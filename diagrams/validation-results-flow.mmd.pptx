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42D5F"/>
                </a:solidFill>
              </a:defRPr>
            </a:pPr>
            <a:r>
              <a:t>LAB 07</a:t>
            </a:r>
            <a:br/>
            <a:r>
              <a:t>MVP EXPERIMENT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731520" cy="457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1161288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Review Lab 07 MVP Experiment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645920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" y="1901952"/>
            <a:ext cx="731520" cy="4572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874520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Conduct CampusLife Hub Usability Testing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359152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" y="2615184"/>
            <a:ext cx="7315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587752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Collect User Actions &amp; Feedback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3072384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" y="3328416"/>
            <a:ext cx="73152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300984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Record Validation Results (CSV/XLSX)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785616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" y="4041648"/>
            <a:ext cx="73152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014216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Calculate Success Metrics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498848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0040" y="4754880"/>
            <a:ext cx="731520" cy="4572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727448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Identify Confusion Points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212080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" y="5468112"/>
            <a:ext cx="731520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5440680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Generate Analytics Insights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925312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" y="6181344"/>
            <a:ext cx="731520" cy="4572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6153912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Make MVP Decision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638544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0040" y="6894576"/>
            <a:ext cx="731520" cy="4572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6867144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Create GitHub Improvement Issues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7351776"/>
            <a:ext cx="0" cy="256032"/>
          </a:xfrm>
          <a:prstGeom prst="line">
            <a:avLst/>
          </a:prstGeom>
          <a:ln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0040" y="7607808"/>
            <a:ext cx="7315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7580376"/>
            <a:ext cx="521208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/>
            </a:pPr>
            <a:r>
              <a:t>Continue to Final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